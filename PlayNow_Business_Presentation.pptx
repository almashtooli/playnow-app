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PlayNow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Game. Your Venue. Your Time.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2918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Sports Venue Booking Platform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2D"/>
                </a:solidFill>
              </a:rPr>
              <a:t>Finding available sports venues is time-consuming and frustrating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64008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756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2D"/>
                </a:solidFill>
              </a:rPr>
              <a:t>Manual phone calls and WhatsApp messages just to check availability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34640"/>
            <a:ext cx="64008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44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2D"/>
                </a:solidFill>
              </a:rPr>
              <a:t>No centralized platform for discovering and booking sports sessions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64008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130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2D"/>
                </a:solidFill>
              </a:rPr>
              <a:t>Venue managers struggle to fill empty slots and track player attendance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A4F"/>
                </a:solidFill>
              </a:rPr>
              <a:t>PlayNow connects players with sports venues — instantly.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64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</a:rPr>
              <a:t>Real-Time Availability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0299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See open sessions and remaining spots instantly — no calls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402336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664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</a:rPr>
              <a:t>Instant Booking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20299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Join or cancel a session with a single tap from your phone.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402336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72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</a:rPr>
              <a:t>All Roles, One 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35387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Seamless experience for Players, Venue Managers, and Admins.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63240"/>
            <a:ext cx="402336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172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</a:rPr>
              <a:t>Multi-Sport Platform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5387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Football live now — Basketball, Padel &amp; Tennis coming soon.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Who We Serve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97480" cy="59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Players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Discover sports venues by city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Browse available sessions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Join &amp; manage bookings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Track upcoming games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69748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Venue Managers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Manage pitches &amp; sessions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Set pricing &amp; capacity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Check-in players on match 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Schedule up to 90 days ahead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97480" cy="59436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05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Oversee all venues platform-wide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Activate / deactivate venues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Control venue visibility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D"/>
                </a:solidFill>
              </a:rPr>
              <a:t>Monitor platform activity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Features — Players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241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Browse &amp; Search  —  Find sports venues by city or name with real-time search.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82496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37944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79222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Session Discovery  —  View open sessions with live remaining spot counts.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0604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60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One-Tap Booking  —  Join or cancel sessions instantly with a single tap.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74136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Booking History  —  Track all upcoming and past bookings in one place.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3986784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4223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096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Push Notifications  —  Get notified about session updates and confirmations.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Features — Venue Managers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241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Unified Dashboard  —  Manage all your venue's pitches and sessions from one place.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82496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37944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79222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Custom Sessions  —  Create sessions with your own pricing, capacity &amp; schedule.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0604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60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Player Overview  —  See the full list of players who joined each session.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74136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Match Day Check-In  —  Check in players directly from the app on match day.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3986784"/>
            <a:ext cx="850392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42232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096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2D"/>
                </a:solidFill>
              </a:rPr>
              <a:t>Advance Scheduling  —  Plan and publish sessions up to 90 days in advance.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Market Opportunity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13716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2B788"/>
                </a:solidFill>
              </a:rPr>
              <a:t>4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Sports Verticals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Football, Basketball, Padel, Tennis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2B788"/>
                </a:solidFill>
              </a:rPr>
              <a:t>∞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City Scalability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Venue partnerships across cities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8412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Growing demand for recreational sports among working professionals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Fragmented market with no dominant digital booking platform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Scalable multi-city model through venue partnerships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Revenue from all sides: players, venues, and promotions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73152" cy="150876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D"/>
                </a:solidFill>
              </a:rPr>
              <a:t>Commission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Platform fee charged on every session booking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73152" cy="1508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D"/>
                </a:solidFill>
              </a:rPr>
              <a:t>Subscriptions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Premium dashboard tools for venue managers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73152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26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D"/>
                </a:solidFill>
              </a:rPr>
              <a:t>Promoted Listings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Venues pay to appear at the top of search results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73152" cy="150876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926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D"/>
                </a:solidFill>
              </a:rPr>
              <a:t>Future Revenue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In-app equipment rental &amp; coaching services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Current Status &amp;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  MVP Complete — full booking flow for Football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  Multi-role platform: Players, Venue Managers &amp; Admins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  Push notifications powered by Firebase Cloud Messaging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  Cross-platform app: Android, iOS, and 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COMING SOON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Basketball, Padel &amp; Tennis sports activation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Ratings &amp; reviews system for venues and sessions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Team / group booking feature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2D"/>
                </a:solidFill>
              </a:rPr>
              <a:t>iOS &amp; Android public launch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PlayNow?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155448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</a:rPr>
              <a:t>Cross-Platform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</a:rPr>
              <a:t>Works on Android, iOS, and Web — one app for 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97480" cy="155448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</a:rPr>
              <a:t>Real-Time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</a:rPr>
              <a:t>Live availability — no more back-and-forth messages.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051560"/>
            <a:ext cx="2697480" cy="1554480"/>
          </a:xfrm>
          <a:prstGeom prst="rect">
            <a:avLst/>
          </a:prstGeom>
          <a:solidFill>
            <a:srgbClr val="163524"/>
          </a:solidFill>
          <a:ln w="12700">
            <a:solidFill>
              <a:srgbClr val="1635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</a:rPr>
              <a:t>Role-Based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</a:rPr>
              <a:t>Every user type gets a tailored, focused experience.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2697480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</a:rPr>
              <a:t>Scalable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</a:rPr>
              <a:t>Architecture designed to grow across cities and sports.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2834640"/>
            <a:ext cx="2697480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</a:rPr>
              <a:t>Reliable Tech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37560" y="3474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</a:rPr>
              <a:t>Built with Flutter &amp; .NET — proven, production-ready stack.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Play!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2B788"/>
                </a:solidFill>
              </a:rPr>
              <a:t>PlayNow — Book your next game in seconds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38404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Contact us to partner or invest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PlayNow Business Presentation</dc:title>
  <dc:subject>PptxGenJS Presentation</dc:subject>
  <dc:creator>PptxGenJS</dc:creator>
  <cp:lastModifiedBy>PptxGenJS</cp:lastModifiedBy>
  <cp:revision>1</cp:revision>
  <dcterms:created xsi:type="dcterms:W3CDTF">2026-03-25T19:40:01Z</dcterms:created>
  <dcterms:modified xsi:type="dcterms:W3CDTF">2026-03-25T19:40:01Z</dcterms:modified>
</cp:coreProperties>
</file>