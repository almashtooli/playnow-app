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PlayNow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Overview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DD7F5"/>
                </a:solidFill>
              </a:rPr>
              <a:t>Architecture, Stack &amp; Implementation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337560"/>
            <a:ext cx="54864" cy="13716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375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Flutter  ·  Dart  ·  Provider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DD7F5"/>
                </a:solidFill>
              </a:rPr>
              <a:t>ASP.NET Core REST 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DD7F5"/>
                </a:solidFill>
              </a:rPr>
              <a:t>Firebase Cloud Messaging  ·  JWT Auth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64008" cy="10972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097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0D9"/>
                </a:solidFill>
              </a:rPr>
              <a:t>FRONTEND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4632" y="1325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40"/>
                </a:solidFill>
              </a:rPr>
              <a:t>Flutter (Dart)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" y="16642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Cross-platform mobile &amp; web framework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64008" cy="1097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097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STATE MGMT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19472" y="1325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40"/>
                </a:solidFill>
              </a:rPr>
              <a:t>Provider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19472" y="16642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ChangeNotifier pattern for reactive state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28600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86000"/>
            <a:ext cx="64008" cy="10972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377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3A6E"/>
                </a:solidFill>
              </a:rPr>
              <a:t>BACKEND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" y="2606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40"/>
                </a:solidFill>
              </a:rPr>
              <a:t>ASP.NET Core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4632" y="2944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REST API with JWT Bearer authentication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86000"/>
            <a:ext cx="64008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377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</a:rPr>
              <a:t>NOTIFICATIONS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19472" y="2606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40"/>
                </a:solidFill>
              </a:rPr>
              <a:t>Firebase FCM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19472" y="2944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Push notifications for all platforms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56616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566160"/>
            <a:ext cx="64008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3657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5CF6"/>
                </a:solidFill>
              </a:rPr>
              <a:t>STORAGE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" y="38862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40"/>
                </a:solidFill>
              </a:rPr>
              <a:t>SharedPreferences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4632" y="4224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Local JWT token persistence on device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56616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566160"/>
            <a:ext cx="64008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657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</a:rPr>
              <a:t>HTTP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19472" y="38862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40"/>
                </a:solidFill>
              </a:rPr>
              <a:t>Dart http package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919472" y="4224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Custom ApiClient wrapper with error handling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194560" cy="9144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Flutter 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(Android / iOS / Web)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1188720"/>
            <a:ext cx="2194560" cy="91440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188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ASP.NET Core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REST API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1188720"/>
            <a:ext cx="219456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188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Firebase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Cloud Messaging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1645920"/>
            <a:ext cx="914400" cy="0"/>
          </a:xfrm>
          <a:prstGeom prst="line">
            <a:avLst/>
          </a:prstGeom>
          <a:noFill/>
          <a:ln w="25400">
            <a:solidFill>
              <a:srgbClr val="0F22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1645920"/>
            <a:ext cx="914400" cy="0"/>
          </a:xfrm>
          <a:prstGeom prst="line">
            <a:avLst/>
          </a:prstGeom>
          <a:noFill/>
          <a:ln w="25400">
            <a:solidFill>
              <a:srgbClr val="0F22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417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HTTP / JWT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0" y="1417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FCM Token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286000"/>
            <a:ext cx="8412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2240"/>
                </a:solidFill>
              </a:rPr>
              <a:t>JWT Bearer token on all protected endpoints — roles drive navigation layout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2240"/>
                </a:solidFill>
              </a:rPr>
              <a:t>Pagination pattern on all list endpoints: { data, page, pageSize, totalCount }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2240"/>
                </a:solidFill>
              </a:rPr>
              <a:t>Three user roles: Player, Venue Manager, Admin — each gets a tailored UI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2240"/>
                </a:solidFill>
              </a:rPr>
              <a:t>Platform support: Android, iOS, Web, Windows, macOS, Linux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2240"/>
                </a:solidFill>
              </a:rPr>
              <a:t>15-second request timeout with custom error codes (SessionFull, AlreadyJoined, etc.)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core/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api_client.dart   ui_helpers.dart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models/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  venue  session  booking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services/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  venue  session  dashboard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screens/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  home  games  profile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venue  admin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widgets/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shimmer  empty_error_states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main.dart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05840"/>
            <a:ext cx="64008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60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3350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API client, error handling &amp; UI helpers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75564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755648"/>
            <a:ext cx="6400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810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084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Data classes: auth, venue, session, booking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50545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505456"/>
            <a:ext cx="64008" cy="658368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560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2834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API calls, state notifiers &amp; FCM handling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25526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255264"/>
            <a:ext cx="6400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310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screens/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3584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All UI screens, organized by user role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400507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4005072"/>
            <a:ext cx="6400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4059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widgets/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4334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Reusable shimmer loaders &amp; empty states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Models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6517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AuthUser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148132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email, roles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isPlayer / isVenue / isAdmin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10058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005840"/>
            <a:ext cx="265176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82696" y="148132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city, area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address, isActive, imageUrl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896" y="10058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25896" y="1005840"/>
            <a:ext cx="2651760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25896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35624" y="148132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venueId, 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surface, capacity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8803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80360"/>
            <a:ext cx="265176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880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9768" y="335584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pitchId, startsAt, endsAt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maxPlayers, pricePerPlayer, status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72968" y="28803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2880360"/>
            <a:ext cx="265176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72968" y="2880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MyBooking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82696" y="335584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sessionId, 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isUpcoming, canCancel (computed)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25896" y="28803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25896" y="2880360"/>
            <a:ext cx="265176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25896" y="2880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SessionPlayer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35624" y="335584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userId, name, phone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check-in status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API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690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0D9"/>
                </a:solidFill>
              </a:rPr>
              <a:t>AUTH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/auth/login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/auth/register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/auth/me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690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3A6E"/>
                </a:solidFill>
              </a:rPr>
              <a:t>VENUES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/venues  (paginated)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/venues/{id}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 /venues/{id}/activate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880360"/>
            <a:ext cx="40690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971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</a:rPr>
              <a:t>SESSIONS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/sessions  (paginated)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/sessions/{id}/join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/sessions/{id}/cancel-join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880360"/>
            <a:ext cx="40690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2971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</a:rPr>
              <a:t>DASHBOARD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32918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/sessions/{id}/players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/sessions/{id}/checkin/{userId}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/sessions/my-bookings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Authentication &amp; Authorization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920240" cy="82296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058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Login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Register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0280" y="1417320"/>
            <a:ext cx="50292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1005840"/>
            <a:ext cx="1920240" cy="82296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0058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JWT Token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Issued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417320"/>
            <a:ext cx="50292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005840"/>
            <a:ext cx="1920240" cy="82296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10058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Stored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SharedPrefs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46520" y="1417320"/>
            <a:ext cx="50292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1005840"/>
            <a:ext cx="1920240" cy="82296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10058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Role-Based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Navigation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011680"/>
            <a:ext cx="8412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2240"/>
                </a:solidFill>
              </a:rPr>
              <a:t>Bearer token injected into every API request via the central ApiClient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2240"/>
                </a:solidFill>
              </a:rPr>
              <a:t>Role array on AuthUser drives which navigation layout the user sees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2240"/>
                </a:solidFill>
              </a:rPr>
              <a:t>Three distinct layouts: Player tabs / Venue dashboard / Admin panel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2240"/>
                </a:solidFill>
              </a:rPr>
              <a:t>Auto-login on app start — if a valid token exists in SharedPreferences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2240"/>
                </a:solidFill>
              </a:rPr>
              <a:t>FCM device token registered on login and refreshed automatically on change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State Management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931920" cy="6400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Provider (app root)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3931920" cy="6400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28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AuthService (ChangeNotifier)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651760"/>
            <a:ext cx="3931920" cy="64008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6517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DD7F5"/>
                </a:solidFill>
              </a:rPr>
              <a:t>Stateful Screens  →  Service Classes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1645920"/>
            <a:ext cx="0" cy="18288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2468880"/>
            <a:ext cx="0" cy="18288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00584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2240"/>
                </a:solidFill>
              </a:rPr>
              <a:t>AuthService is the single source of truth for auth state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2240"/>
                </a:solidFill>
              </a:rPr>
              <a:t>Service classes (Venue, Session, etc.) are stateless — called directly from screens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2240"/>
                </a:solidFill>
              </a:rPr>
              <a:t>StatefulWidget screens manage local state: loading flags, page index, list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2240"/>
                </a:solidFill>
              </a:rPr>
              <a:t>Pagination state: page counter, hasMore flag, append-on-scroll pattern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2240"/>
                </a:solidFill>
              </a:rPr>
              <a:t>No complex global state — keep it simple with Provider + local StatefulWidgets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Error Handling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69748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Exception Types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423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ApiException (code + message)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NetworkException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TimeoutException (15s)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4xx / 5xx mapping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697480" cy="45720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058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Error Codes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554480"/>
            <a:ext cx="2423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SessionFull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AlreadyJoined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NotFound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InvalidDates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Unauthorized / Forbidden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00584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005840"/>
            <a:ext cx="269748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0058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UI Error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554480"/>
            <a:ext cx="2423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 snackbar (green)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snackbar (red)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/ Warning toasts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Confirmation dialogs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&amp; error state widgets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Push Notifications — Firebase FCM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0241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240"/>
                </a:solidFill>
              </a:rPr>
              <a:t>Initialization  —  Firebase Core + Messaging initialized at app startup in main.dart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618488"/>
            <a:ext cx="850392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83080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69164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240"/>
                </a:solidFill>
              </a:rPr>
              <a:t>Background Handler  —  Global background message handler registered before app launch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850392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450592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359152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240"/>
                </a:solidFill>
              </a:rPr>
              <a:t>Foreground Messages  —  In-app snackbar displayed when notification arrives while app is open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953512"/>
            <a:ext cx="850392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118104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18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026664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240"/>
                </a:solidFill>
              </a:rPr>
              <a:t>Token Registration  —  FCM device token sent to backend on login via POST /notifications/token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621024"/>
            <a:ext cx="850392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785616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785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694176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240"/>
                </a:solidFill>
              </a:rPr>
              <a:t>Token Refresh  —  onTokenRefresh listener auto-updates backend when token changes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4288536"/>
            <a:ext cx="850392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453128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453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436168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240"/>
                </a:solidFill>
              </a:rPr>
              <a:t>Deep Linking  —  Notification tap triggers navigation routing to relevant screen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UI Patterns &amp; Components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64008" cy="11155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40"/>
                </a:solidFill>
              </a:rPr>
              <a:t>Shimmer Loading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</a:rPr>
              <a:t>Skeleton loaders on all list screens while fetching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64008" cy="1115568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40"/>
                </a:solidFill>
              </a:rPr>
              <a:t>Infinite Scroll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813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</a:rPr>
              <a:t>Append-on-scroll pagination for venues and sessions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304288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04288"/>
            <a:ext cx="64008" cy="11155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957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40"/>
                </a:solidFill>
              </a:rPr>
              <a:t>Role Navigation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27797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</a:rPr>
              <a:t>Bottom nav tabs change based on Player / Venue / Admin role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304288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304288"/>
            <a:ext cx="64008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3957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40"/>
                </a:solidFill>
              </a:rPr>
              <a:t>Empty &amp; Error States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27797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</a:rPr>
              <a:t>Dedicated widgets for empty lists and error conditions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602736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602736"/>
            <a:ext cx="64008" cy="11155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941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40"/>
                </a:solidFill>
              </a:rPr>
              <a:t>Sport Selector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40782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</a:rPr>
              <a:t>Landing screen lets users pick sport (Football active, others disabled)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602736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602736"/>
            <a:ext cx="64008" cy="11155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6941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40"/>
                </a:solidFill>
              </a:rPr>
              <a:t>UI Helpers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40782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</a:rPr>
              <a:t>Centralized helpers for snackbars, dialogs, and loading overlays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Scalability &amp; 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64008" cy="11155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90D9"/>
                </a:solidFill>
              </a:rPr>
              <a:t>SPORTS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240"/>
                </a:solidFill>
              </a:rPr>
              <a:t>Activate Basketball, Padel, and Tennis (UI already built, pending backend)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64008" cy="1115568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78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3A6E"/>
                </a:solidFill>
              </a:rPr>
              <a:t>TESTING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240"/>
                </a:solidFill>
              </a:rPr>
              <a:t>Add unit &amp; integration tests — test/ directory already in place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304288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04288"/>
            <a:ext cx="64008" cy="11155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77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5CF6"/>
                </a:solidFill>
              </a:rPr>
              <a:t>CONFIG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67004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240"/>
                </a:solidFill>
              </a:rPr>
              <a:t>Move API base URL to environment config for multi-environment support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304288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304288"/>
            <a:ext cx="64008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377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</a:rPr>
              <a:t>AUTH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67004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240"/>
                </a:solidFill>
              </a:rPr>
              <a:t>Implement refresh token mechanism for longer authenticated sessions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602736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602736"/>
            <a:ext cx="64008" cy="11155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75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</a:rPr>
              <a:t>SOCIAL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96849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240"/>
                </a:solidFill>
              </a:rPr>
              <a:t>Ratings, reviews, and player social features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602736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602736"/>
            <a:ext cx="64008" cy="11155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675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</a:rPr>
              <a:t>INFRA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396849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240"/>
                </a:solidFill>
              </a:rPr>
              <a:t>Cloud hosting for ASP.NET Core API (Azure / AWS) with CI/CD pipeline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4A90D9"/>
                </a:solidFill>
              </a:rPr>
              <a:t>PlayNow — Built with Flutter &amp; .NET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3154680"/>
            <a:ext cx="1508760" cy="384048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546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D7F5"/>
                </a:solidFill>
              </a:rPr>
              <a:t>Flutter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21408" y="3154680"/>
            <a:ext cx="1508760" cy="384048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21408" y="31546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D7F5"/>
                </a:solidFill>
              </a:rPr>
              <a:t>Dart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85616" y="3154680"/>
            <a:ext cx="1508760" cy="384048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85616" y="31546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D7F5"/>
                </a:solidFill>
              </a:rPr>
              <a:t>ASP.NET Core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49824" y="3154680"/>
            <a:ext cx="1508760" cy="384048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9824" y="31546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D7F5"/>
                </a:solidFill>
              </a:rPr>
              <a:t>Firebase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14032" y="3154680"/>
            <a:ext cx="1508760" cy="384048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14032" y="31546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D7F5"/>
                </a:solidFill>
              </a:rPr>
              <a:t>JWT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DD7F5"/>
                </a:solidFill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PlayNow Technical Presentation</dc:title>
  <dc:subject>PptxGenJS Presentation</dc:subject>
  <dc:creator>PptxGenJS</dc:creator>
  <cp:lastModifiedBy>PptxGenJS</cp:lastModifiedBy>
  <cp:revision>1</cp:revision>
  <dcterms:created xsi:type="dcterms:W3CDTF">2026-03-25T19:40:09Z</dcterms:created>
  <dcterms:modified xsi:type="dcterms:W3CDTF">2026-03-25T19:40:09Z</dcterms:modified>
</cp:coreProperties>
</file>